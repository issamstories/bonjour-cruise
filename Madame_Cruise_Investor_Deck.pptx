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1.63</c:v>
                </c:pt>
                <c:pt idx="1">
                  <c:v>3.82</c:v>
                </c:pt>
                <c:pt idx="2">
                  <c:v>7.15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C98A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</c:v>
                </c:pt>
                <c:pt idx="1">
                  <c:v>0.63</c:v>
                </c:pt>
                <c:pt idx="2">
                  <c:v>1.73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AED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777240"/>
            <a:ext cx="694944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MADAME CRUISE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8A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sea, finally hers.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97280" y="3246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Dubai's first ladies-only yacht charter brand — 100% female crew, privacy by design.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Confidential  |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flagship Dubai experience that excludes its fastest-growing customer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1060704"/>
          </a:xfrm>
          <a:prstGeom prst="roundRect">
            <a:avLst>
              <a:gd name="adj" fmla="val 6897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934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190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35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pays full price, enjoys half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75564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male crew on board, a hijabi guest can't remove her hijab, swim freely or relax in photos. The experience is structurally compromised.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532888"/>
            <a:ext cx="8138160" cy="1060704"/>
          </a:xfrm>
          <a:prstGeom prst="roundRect">
            <a:avLst>
              <a:gd name="adj" fmla="val 6897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1635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926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4261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never guaranteed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2962656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boats, drones, marina staff, crew phones. No operator offers a real privacy protocol — only a vague "female crew on request".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739896"/>
            <a:ext cx="8138160" cy="1060704"/>
          </a:xfrm>
          <a:prstGeom prst="roundRect">
            <a:avLst>
              <a:gd name="adj" fmla="val 6897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2336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1330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4962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segment self-excludes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416966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Ladies' brunches, bachelorettes, GCC family groups and conservative travellers skip yachting altogether — or settle for discomfort.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— not on request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1C2B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Madame Cruise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Ladies-only yacht charters in Dubai with a 100% female crew on every single departure — licensed captain + trained hostess. It is not an option. It is the brand.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353312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4630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protocol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03520" y="1554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Curtained mooring, no-drone policy, deck screens, discretion-briefed marina handling.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2221992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33172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Faith-compatible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03520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 F&amp;B, prayer space &amp; qibla on board, alcohol-free by default, modest swim zones.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3090672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0040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Memories, finally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03520" y="32918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photographer option — photos where she's actually free and relaxed.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3959352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069080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experiences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30352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Ladies' day cruise, sunset brunch, halal bachelorette, henna &amp; spa at sea.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growth curves intersect exactly where we stand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$236M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yacht charter revenue (2024), projected $331M by 2030 — Dubai holds ~75% of the regional market.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 / MRFR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$411B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halal travel market by 2032, up from $256B in 2023.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forecasts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6364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international arrivals expected by 2028. Muslim women are the segment's key decision-makers.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CrescentRating GMTI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F4E6E7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06908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3950208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segment: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20–50 ft day-charter class already generates ~60% of UAE charter revenue — exactly our format. Target customers: resident Muslim women, GCC tourists, international halal travellers, and any women-only group seeking a male-free space.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&amp; 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branding and trust — and it is wide open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crew as a catalogue 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brand, no privacy protocol, invisible to the 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 operators (Xclusive, Elite, Dubriani...)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captain "upon request"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guarantee, zero ladies-only positioning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Madame Cruise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Ladies-only as the entire brand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mover on positioning, community &amp; crew supply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657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803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3272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moat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7512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Dubai's pool of licensed female captains is tiny. We lock it with exclusive retainers + a trainee pipeline.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91840" y="3657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380390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22192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moat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456432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brand built with hijabi creators — large operators can't copy authenticity.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080760" y="3657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80390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1112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moat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245352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privacy operations = our playbook IP.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&amp; Pricing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for privacy — she pays for freedom, not for the boat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Ladies' Day Cruise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2–4h · Marina &amp; Palm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4048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2,200/h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Brunch Cruise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· halal brunch on 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24048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7,500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 Bachelorette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6364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· decor, henna, photographer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24048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AED 12,000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Henna &amp; Spa at Sea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· partner therapists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0965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AED 9,500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Family Charter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474720" y="37216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Ladies' deck arrangement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40965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30632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Photoshoot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263640" y="37216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· female photographer incl.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40965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6,500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first. We sell the experience, we rent the steel.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733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762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Broker+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4871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1–12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27614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40–55 ft yachts wholesale, deploy our female crew &amp; service layer, retail at a 20–30% privacy premium. Blended gross margin 35–40%.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7335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1762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Hybrid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474720" y="24871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74720" y="27614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Lease-to-own first dedicated yacht. Owned-departure margins reach 55–65%; brokered fleet absorbs overflow.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3716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7335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1762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Platform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263640" y="24871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263640" y="27614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boat, Abu Dhabi, then KSA &amp; Qatar — riding the Gulf's women-focused tourism investments.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41148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1C2B4A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(3h charter):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6,600 retail  ·  AED 4,200 boat wholesale  ·  AED 900 crew  ·  + F&amp;B/add-ons at ~50% margin  →  break-even ≈ 15 bookings/month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buy this audience — we already speak to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72768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1517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Creator-led launch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07592" y="18288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charters gifted to hijabi travel &amp; lifestyle creators. Every booking includes consent-tiered content rights — the content bank builds itself.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572768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16824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517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partnerships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13832" y="18288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women travel networks, ladies' gyms, women's clubs, modest fashion brands paying for on-board placement.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06324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3264408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3741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7592" y="3209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concierge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07592" y="35204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concierge programme for GCC family suites; halal DMCs from Indonesia, Malaysia, UK, France.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264408"/>
            <a:ext cx="457200" cy="457200"/>
          </a:xfrm>
          <a:prstGeom prst="ellipse">
            <a:avLst/>
          </a:prstGeom>
          <a:solidFill>
            <a:srgbClr val="F4E6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33741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3209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distribution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13832" y="35204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Issam's existing content engine (IssamStories) + Dubai short-term rental guest base = a captive, zero-CAC launch channel.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Projections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— planning estimates, asset-light base case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37160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→ 850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60720" y="1883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Year 1 to Year 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77840" y="2487168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596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 → 51%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60720" y="2999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as owned boats replace wholesale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3602736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712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1.73M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7607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Year 3 (~24% margin)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operator, content engine, community credibility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5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Issam — Founder &amp; CEO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572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Belgian-Moroccan entrepreneur based in Dubai.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Heim Hub Vacation Homes Rental LLC — a licensed multi-unit short-term rental portfolio in Dubai (DET/DTCM hospitality operations).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IssamStories, an international travel content brand, and Issamoon LLC (UAE trade &amp; ventures).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Brings: Dubai regulatory &amp; hospitality experience, an in-house content/marketing engine, and authentic standing in the Muslim travel community.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5361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14996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Operations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4652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Female, maritime background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487168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6517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26151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female captains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46520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retainers + trainee pipeline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852160" y="3602736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4E6E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7673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730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46520" y="40599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Freelance, female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852160" y="1024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hires — post-funding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750,000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1993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18 months runway to profitability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2A3D63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27432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318211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website &amp; launch marketing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2648" y="38404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250k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85416" y="260604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2A3D63"/>
          </a:solidFill>
          <a:ln/>
        </p:spPr>
      </p:sp>
      <p:sp>
        <p:nvSpPr>
          <p:cNvPr id="10" name="Text 8"/>
          <p:cNvSpPr/>
          <p:nvPr/>
        </p:nvSpPr>
        <p:spPr>
          <a:xfrm>
            <a:off x="2295144" y="27432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95144" y="318211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partnerships &amp; charter guarantees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95144" y="38404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200k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67912" y="260604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2A3D63"/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27432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77640" y="318211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recruitment, training &amp; retention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77640" y="38404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80k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50408" y="260604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2A3D63"/>
          </a:solidFill>
          <a:ln/>
        </p:spPr>
      </p:sp>
      <p:sp>
        <p:nvSpPr>
          <p:cNvPr id="18" name="Text 16"/>
          <p:cNvSpPr/>
          <p:nvPr/>
        </p:nvSpPr>
        <p:spPr>
          <a:xfrm>
            <a:off x="5660136" y="27432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60136" y="318211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License, legal, insurance, setup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0136" y="38404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60k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32904" y="260604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2A3D63"/>
          </a:solidFill>
          <a:ln/>
        </p:spPr>
      </p:sp>
      <p:sp>
        <p:nvSpPr>
          <p:cNvPr id="22" name="Text 20"/>
          <p:cNvSpPr/>
          <p:nvPr/>
        </p:nvSpPr>
        <p:spPr>
          <a:xfrm>
            <a:off x="7342632" y="27432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42632" y="318211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42632" y="38404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160k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funded: license &amp; DMCA registration  ·  exclusive female crew secured  ·  brand + site live  ·  soft launch M3  ·  25+ bookings/month by M9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1051560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Dubai's visitors have been waiting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boat that was built for them.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8A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MADAME CRUISE — The sea, finally hers.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Issam — Founder  ·  Dubai, UAE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Madame Cruise — Investor Deck</dc:title>
  <dc:subject>PptxGenJS Presentation</dc:subject>
  <dc:creator>Issam</dc:creator>
  <cp:lastModifiedBy>Issam</cp:lastModifiedBy>
  <cp:revision>1</cp:revision>
  <dcterms:created xsi:type="dcterms:W3CDTF">2026-06-10T21:05:16Z</dcterms:created>
  <dcterms:modified xsi:type="dcterms:W3CDTF">2026-06-10T21:05:16Z</dcterms:modified>
</cp:coreProperties>
</file>